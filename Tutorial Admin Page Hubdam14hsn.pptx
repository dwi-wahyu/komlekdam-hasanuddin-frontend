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41"/>
  </p:notesMasterIdLst>
  <p:handoutMasterIdLst>
    <p:handoutMasterId r:id="rId42"/>
  </p:handoutMasterIdLst>
  <p:sldIdLst>
    <p:sldId id="312" r:id="rId5"/>
    <p:sldId id="304" r:id="rId6"/>
    <p:sldId id="323" r:id="rId7"/>
    <p:sldId id="327" r:id="rId8"/>
    <p:sldId id="328" r:id="rId9"/>
    <p:sldId id="325" r:id="rId10"/>
    <p:sldId id="334" r:id="rId11"/>
    <p:sldId id="329" r:id="rId12"/>
    <p:sldId id="331" r:id="rId13"/>
    <p:sldId id="332" r:id="rId14"/>
    <p:sldId id="333" r:id="rId15"/>
    <p:sldId id="349" r:id="rId16"/>
    <p:sldId id="348" r:id="rId17"/>
    <p:sldId id="343" r:id="rId18"/>
    <p:sldId id="337" r:id="rId19"/>
    <p:sldId id="338" r:id="rId20"/>
    <p:sldId id="336" r:id="rId21"/>
    <p:sldId id="344" r:id="rId22"/>
    <p:sldId id="346" r:id="rId23"/>
    <p:sldId id="347" r:id="rId24"/>
    <p:sldId id="340" r:id="rId25"/>
    <p:sldId id="341" r:id="rId26"/>
    <p:sldId id="342" r:id="rId27"/>
    <p:sldId id="281" r:id="rId28"/>
    <p:sldId id="350" r:id="rId29"/>
    <p:sldId id="355" r:id="rId30"/>
    <p:sldId id="356" r:id="rId31"/>
    <p:sldId id="358" r:id="rId32"/>
    <p:sldId id="359" r:id="rId33"/>
    <p:sldId id="357" r:id="rId34"/>
    <p:sldId id="351" r:id="rId35"/>
    <p:sldId id="352" r:id="rId36"/>
    <p:sldId id="354" r:id="rId37"/>
    <p:sldId id="353" r:id="rId38"/>
    <p:sldId id="282" r:id="rId39"/>
    <p:sldId id="297" r:id="rId4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900" y="9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D5B06-B515-DF6B-8F35-17E6FD46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AB765-9FB9-4D5B-B82D-261BAB34E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98A5C-8E63-D3F4-CA35-4BE9B4F37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07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26F4-B82E-64E9-C2ED-69F1C15D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B50A9-C48C-8CD6-0B3A-D0A1A9086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943A3-FF49-2DC7-C20B-949309522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9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4F5A-3EC0-FBDF-4C91-B9EB5471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C4A50-1BFF-7668-2CBD-E14235AB0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1DE35-BB79-CB70-3481-88D7D80B8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32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F781-4469-3EB4-8A01-083E6F0E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F6BE5-D43E-D6FB-20A9-45E26898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BA306-2F4E-6A70-94C9-CA3973420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2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DD7B-827E-FC79-7960-BA18C8D5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2D0EE-2BFD-4D71-48AF-DBE3CF886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301CD-0088-DC89-124C-084C9755B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14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D60B-1D41-C210-00A2-D0384C23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DAD4E-D56B-F92E-C1E7-A3973A4E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E333D-64F4-8DBF-AE3E-2D9165452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306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6471-7905-E28A-149F-722E404B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AD203-4AAE-07A1-523F-F740D3FA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9BAB9-3BE1-02A2-EE69-3863ABEEB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52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634D-D820-82A0-B74A-C2C80721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D7A5C-6E15-A944-A13F-6F31EB962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18C35-52D8-0779-570B-CF4F32BDE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7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4CAD-0943-38B2-3244-6D36EC19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BCBF1-98B3-2F37-992C-EA6FAB701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A1BC4-E0EF-4E23-626D-4203A5F52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96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AE91C-5AD0-42CB-75A5-8D30F061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64B4C-F051-60AE-D8E4-1CA45C35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EAD0B-0126-1A0E-4F39-C4DB7170C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32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0BAE0-2519-6D9D-F77C-DE2E479A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7B9BF-BA9A-21F0-1AF3-455BC0DA0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6B40-2664-E0DF-DD2A-1B454A1E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8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948CB-B932-5AD5-0282-A3543BCF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BCA1E-AC6C-EEA2-4EDA-36DE9E72D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92251-22B7-0FA0-90E9-06379A8DF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608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EBFF-8B64-24F6-6EEE-C8B7972E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DE6CD-BFF3-0259-E751-2EBAEF59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027A6-4242-4840-D081-972955EE8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40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C692-BEDF-5055-99B9-487FB86B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D6BCC-3613-2027-13BD-21A717FEC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C64C5-1164-74A7-CA27-0B3DFEC90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498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B1C5-6C3C-D77D-4C86-825C90A9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8179B-3D21-17B0-2410-7B591E26A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3EAC9-6EC0-EE43-433E-30E56B3F7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51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50A6-5ACA-D699-5B28-270C1499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34559-7031-0429-95C2-E43AE5E08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72A30-7DCE-1315-F062-87C15E251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2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9998-599D-453C-2666-619B53B0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67721-4D76-C9B7-022E-6376E9764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BBFAB-79D2-38E8-2B9D-B8DAE5ED9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0E76-6F5F-80B0-5302-78429704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9B390-7D79-1903-9894-3CEEA7A36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507EB-9406-A67E-8C5D-1651988B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43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992E-7C86-B029-DEB4-0EBEBA25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4C35F-A1EC-C9D0-740C-61B48F734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7F04B-B323-C3A5-1E76-7B51EE0C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616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A660-61F9-6702-0D24-0E6451B3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45968-2BAF-3DAA-6377-B2D562C7D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8A63C-30BE-A38E-34C2-33C691CF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99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2C15-DF5F-A867-35FF-CE964F51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9F64E-73B0-69F2-D4A8-A082F88B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038C2-91C5-1883-761B-9DE569B7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83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4DAC-2BFC-B917-267E-198014C4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A83AC-DE96-C25B-573D-4714C1973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AB39C-6A19-DCB0-E235-D67E1269C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922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15861-B2A0-8568-09BF-73503584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C6D38-A7A7-47D5-215D-74E84B37D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908BA-BDCF-891E-4CE2-5F81839F1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08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CF09-4EDD-88D3-3025-77D8DB95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F4BC4-7A89-0303-B764-7B9CB608D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7587D-7329-CA13-D948-E6A4DD5C9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663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2527-E9DF-0DE6-A16B-7E8C6DCC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B3902-64CF-BADC-2479-A7C969AE9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4BFA0-8347-79A2-0710-BD00FEDA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519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CB4D-B8A2-51E5-2F7E-86016A50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7C3FD-449D-3F3F-89AA-6D14C7877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7EBBC-2056-03B5-1FF8-3DC442B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681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A3BE-8DC5-2247-637A-CC256E6D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11A67-B3EB-7BE2-EE91-1F27E6AF2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58FEB-D61E-A78E-A702-B562F8648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318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807E9-B636-A641-9849-2DDA4A63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6F611-B171-05A5-599F-0E4A08DA0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1E9E5-F7E2-2C60-2CC1-F1F40BBE2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06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D685-C7CC-E4D0-CFF5-5EAD0E93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8DE91-861C-B85D-9DE0-B65AD287C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96596-0464-A6D9-B3A0-35E8BE3D3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918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2A87-3156-F8C0-7F6C-ED31AEC4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4CD56-77CB-4FB6-0769-9C4A656CB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6BD42-43C0-89E6-F52B-38C351723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06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5136-A467-BC75-70CD-D956FA6B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95D24-7A04-7D37-1AC0-2B8EFB0D8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DD4F4-80B9-880A-328A-F92B3821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256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Tutorial </a:t>
            </a:r>
            <a:br>
              <a:rPr lang="en-US" dirty="0"/>
            </a:br>
            <a:r>
              <a:rPr lang="en-US" dirty="0"/>
              <a:t>admin PAGE</a:t>
            </a:r>
            <a:br>
              <a:rPr lang="en-US" dirty="0"/>
            </a:br>
            <a:r>
              <a:rPr lang="en-US" dirty="0"/>
              <a:t>hubdam14hsn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1595"/>
            <a:ext cx="6583680" cy="1531357"/>
          </a:xfrm>
        </p:spPr>
        <p:txBody>
          <a:bodyPr/>
          <a:lstStyle/>
          <a:p>
            <a:r>
              <a:rPr lang="en-US" dirty="0"/>
              <a:t>tutorial </a:t>
            </a:r>
            <a:r>
              <a:rPr lang="en-US" dirty="0" err="1"/>
              <a:t>tentang</a:t>
            </a:r>
            <a:r>
              <a:rPr lang="en-US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57388"/>
            <a:ext cx="6583680" cy="4084596"/>
          </a:xfrm>
        </p:spPr>
        <p:txBody>
          <a:bodyPr/>
          <a:lstStyle/>
          <a:p>
            <a:r>
              <a:rPr lang="en-US" dirty="0" err="1"/>
              <a:t>Manajemen</a:t>
            </a:r>
            <a:r>
              <a:rPr lang="en-US" dirty="0"/>
              <a:t> Berita, </a:t>
            </a:r>
            <a:r>
              <a:rPr lang="en-US" dirty="0" err="1"/>
              <a:t>Kegiatan</a:t>
            </a:r>
            <a:r>
              <a:rPr lang="en-US" dirty="0"/>
              <a:t>, </a:t>
            </a:r>
            <a:r>
              <a:rPr lang="en-US" dirty="0" err="1"/>
              <a:t>Litbang</a:t>
            </a:r>
            <a:r>
              <a:rPr lang="en-US" dirty="0"/>
              <a:t>, </a:t>
            </a:r>
            <a:r>
              <a:rPr lang="en-US" dirty="0" err="1"/>
              <a:t>Laporan</a:t>
            </a:r>
            <a:endParaRPr lang="en-US" dirty="0"/>
          </a:p>
          <a:p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Dokumentasi</a:t>
            </a:r>
            <a:endParaRPr lang="en-US" dirty="0"/>
          </a:p>
          <a:p>
            <a:r>
              <a:rPr lang="en-US" dirty="0"/>
              <a:t>Menu Cari </a:t>
            </a:r>
            <a:r>
              <a:rPr lang="en-US" dirty="0" err="1"/>
              <a:t>Tenar</a:t>
            </a:r>
            <a:r>
              <a:rPr lang="en-US" dirty="0"/>
              <a:t> (Jadwal Lagu, Live </a:t>
            </a:r>
            <a:r>
              <a:rPr lang="en-US" dirty="0" err="1"/>
              <a:t>Youtube</a:t>
            </a:r>
            <a:r>
              <a:rPr lang="en-US" dirty="0"/>
              <a:t>, Cerita </a:t>
            </a:r>
            <a:r>
              <a:rPr lang="en-US" dirty="0" err="1"/>
              <a:t>Inspiratif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3FD0-5EF5-DDCB-D7A5-F7EA9943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8468-3C29-E81C-B6FA-90182C94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Tabel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D9C711-70D6-EC75-0238-3BE3F998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07" y="1323680"/>
            <a:ext cx="11209786" cy="4905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66485E-4BB1-A796-FF8A-A481C802DA9F}"/>
              </a:ext>
            </a:extLst>
          </p:cNvPr>
          <p:cNvSpPr txBox="1"/>
          <p:nvPr/>
        </p:nvSpPr>
        <p:spPr>
          <a:xfrm>
            <a:off x="8379231" y="6322132"/>
            <a:ext cx="304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Tekan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Tambah</a:t>
            </a:r>
            <a:r>
              <a:rPr lang="en-US" dirty="0"/>
              <a:t> Berita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879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48EF9-0394-3A91-0C1B-1BE083C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C833-2385-51EF-BCD2-038091B9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Form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46363-5733-F072-7ACC-6A0F9D14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083" y="1243694"/>
            <a:ext cx="10139834" cy="4944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E366B4-0DE0-CC66-F6BF-C18868D1D0A6}"/>
              </a:ext>
            </a:extLst>
          </p:cNvPr>
          <p:cNvSpPr txBox="1"/>
          <p:nvPr/>
        </p:nvSpPr>
        <p:spPr>
          <a:xfrm>
            <a:off x="1026083" y="6303220"/>
            <a:ext cx="4377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Kategori</a:t>
            </a:r>
            <a:r>
              <a:rPr lang="en-US" dirty="0"/>
              <a:t> Berita : Artikel, Internal, </a:t>
            </a:r>
            <a:r>
              <a:rPr lang="en-US" dirty="0" err="1"/>
              <a:t>Eksternal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251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312D-6437-B639-B7A5-1621CBCF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F61D-84B6-5E8A-9FBB-787AE7B11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Form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C20AD9-0806-B654-99E2-5AAE3AD2A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69" y="1294733"/>
            <a:ext cx="10072688" cy="43828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FFDEA-61C7-B0BF-BAE6-718AF4DA6CFF}"/>
              </a:ext>
            </a:extLst>
          </p:cNvPr>
          <p:cNvSpPr txBox="1"/>
          <p:nvPr/>
        </p:nvSpPr>
        <p:spPr>
          <a:xfrm>
            <a:off x="3081483" y="5843588"/>
            <a:ext cx="617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field </a:t>
            </a:r>
            <a:r>
              <a:rPr lang="en-US" dirty="0" err="1"/>
              <a:t>berita</a:t>
            </a:r>
            <a:r>
              <a:rPr lang="en-US" dirty="0"/>
              <a:t>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“</a:t>
            </a:r>
            <a:r>
              <a:rPr lang="en-US" dirty="0" err="1"/>
              <a:t>Buat</a:t>
            </a:r>
            <a:r>
              <a:rPr lang="en-US" dirty="0"/>
              <a:t> Berita”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255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3D0F-1050-78FA-BCA1-F7FB50FB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74F7-08DC-50AD-87D8-2006F2DC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 err="1"/>
              <a:t>aksi</a:t>
            </a:r>
            <a:r>
              <a:rPr lang="en-US" dirty="0"/>
              <a:t> BERITA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A0F89A-D117-BAE8-9090-AB9F1F35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107" y="1354579"/>
            <a:ext cx="11209786" cy="4843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300898-24A2-6E92-D97A-6350E43CED7A}"/>
              </a:ext>
            </a:extLst>
          </p:cNvPr>
          <p:cNvSpPr txBox="1"/>
          <p:nvPr/>
        </p:nvSpPr>
        <p:spPr>
          <a:xfrm>
            <a:off x="491107" y="6303220"/>
            <a:ext cx="4488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Tekan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opsi</a:t>
            </a:r>
            <a:r>
              <a:rPr lang="en-US" dirty="0"/>
              <a:t> dropdown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aksi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564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F55B-5915-65A7-D6F6-2D863656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9E2A-7A6D-8C9E-1FDE-5B96CE5E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 err="1"/>
              <a:t>Konfirmasi</a:t>
            </a:r>
            <a:r>
              <a:rPr lang="en-US" dirty="0"/>
              <a:t> hapus BERITA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4ABF2-8FCB-EAA7-4686-902B469C5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107" y="1429078"/>
            <a:ext cx="11209786" cy="4694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CD71B4-D7E0-8E62-1170-F074E38492AA}"/>
              </a:ext>
            </a:extLst>
          </p:cNvPr>
          <p:cNvSpPr txBox="1"/>
          <p:nvPr/>
        </p:nvSpPr>
        <p:spPr>
          <a:xfrm>
            <a:off x="491107" y="6303220"/>
            <a:ext cx="621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Jika </a:t>
            </a:r>
            <a:r>
              <a:rPr lang="en-US" dirty="0" err="1"/>
              <a:t>menekan</a:t>
            </a:r>
            <a:r>
              <a:rPr lang="en-US" dirty="0"/>
              <a:t> </a:t>
            </a:r>
            <a:r>
              <a:rPr lang="en-US" dirty="0" err="1"/>
              <a:t>konfirmasi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berita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 </a:t>
            </a:r>
            <a:r>
              <a:rPr lang="en-US" dirty="0" err="1"/>
              <a:t>permanen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6190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55D0-EC1F-0061-71CD-BBB7352E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D732-64FC-C7F1-E9D0-A418632D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1FCD0D-E83F-49DC-667E-6DC2B4F6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6621" y="1395629"/>
            <a:ext cx="10018758" cy="484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40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8F89-3B90-E52C-B362-E085CD49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8EF5-DFA5-DBE7-882A-6180C249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2073A3-AD3E-C851-497B-0F48B76A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869" y="1324108"/>
            <a:ext cx="10072688" cy="43240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2F6BCD-385B-11EF-38B7-59E08CEAF972}"/>
              </a:ext>
            </a:extLst>
          </p:cNvPr>
          <p:cNvSpPr txBox="1"/>
          <p:nvPr/>
        </p:nvSpPr>
        <p:spPr>
          <a:xfrm>
            <a:off x="3012463" y="5843588"/>
            <a:ext cx="616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yakin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Update Berita.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896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FE5D-1428-9320-3D4A-BF7B3022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49F9-D358-A832-FAC4-70B1ED1D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Detail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232E2-B23F-80F8-8FD3-F0E13C3DF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7" y="1369467"/>
            <a:ext cx="10904246" cy="50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2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53B73-AFA8-1458-4D99-2CDB8D3B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8600-75BE-7CB8-1F05-330A7654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Balas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berita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DB410-3CDC-E3F7-88BF-A8797924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3877" y="1375842"/>
            <a:ext cx="10904246" cy="501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46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88BA-6349-C883-3304-99A85B67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1B87-B9C0-ACDE-3D6F-BC8621D0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33874"/>
            <a:ext cx="10511627" cy="1012785"/>
          </a:xfrm>
        </p:spPr>
        <p:txBody>
          <a:bodyPr/>
          <a:lstStyle/>
          <a:p>
            <a:r>
              <a:rPr lang="en-US" dirty="0"/>
              <a:t>Tabel user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E9A68-F39E-55F2-B7BC-79425BD9C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1" y="1792279"/>
            <a:ext cx="10752858" cy="373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0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B536-4F52-C2C3-7BFA-BD9F454C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F54-28AD-2252-71BC-058166ED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Form </a:t>
            </a:r>
            <a:r>
              <a:rPr lang="en-US" dirty="0" err="1"/>
              <a:t>tambah</a:t>
            </a:r>
            <a:r>
              <a:rPr lang="en-US" dirty="0"/>
              <a:t> user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074BC-4AFA-6F6B-520C-36CBC60D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708" y="1386338"/>
            <a:ext cx="10628583" cy="488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79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A479-4A8E-9896-B628-82C182F7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A2E38-2C6E-352E-D902-B0B86D50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Form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04F844-1506-2886-BAEA-128A9FEC6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083" y="1366058"/>
            <a:ext cx="10139834" cy="469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3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ED6E-331B-4715-2DC5-5017D4CC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B40E-0717-6E68-44B8-8914A949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Form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C7144A-9097-D7A4-AAC8-C445B7A330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083" y="1381268"/>
            <a:ext cx="10139834" cy="46693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2268B-E2DE-2498-B577-E471B1ED2A86}"/>
              </a:ext>
            </a:extLst>
          </p:cNvPr>
          <p:cNvSpPr txBox="1"/>
          <p:nvPr/>
        </p:nvSpPr>
        <p:spPr>
          <a:xfrm>
            <a:off x="2870020" y="6303219"/>
            <a:ext cx="645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field </a:t>
            </a:r>
            <a:r>
              <a:rPr lang="en-US" dirty="0" err="1"/>
              <a:t>berita</a:t>
            </a:r>
            <a:r>
              <a:rPr lang="en-US" dirty="0"/>
              <a:t>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“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306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3839-EF60-5DBC-31E6-417431CD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563F-A678-646C-95D3-F99E687E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0929"/>
            <a:ext cx="10511627" cy="1012785"/>
          </a:xfrm>
        </p:spPr>
        <p:txBody>
          <a:bodyPr/>
          <a:lstStyle/>
          <a:p>
            <a:r>
              <a:rPr lang="en-US" dirty="0"/>
              <a:t>Aksi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2EAD9-11B3-E13F-A949-9C3505BF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107" y="1432807"/>
            <a:ext cx="11209786" cy="4251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6F078D-8172-0DBA-0EF5-61FF7F26E42A}"/>
              </a:ext>
            </a:extLst>
          </p:cNvPr>
          <p:cNvSpPr txBox="1"/>
          <p:nvPr/>
        </p:nvSpPr>
        <p:spPr>
          <a:xfrm>
            <a:off x="491107" y="5933888"/>
            <a:ext cx="4488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Tekan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opsi</a:t>
            </a:r>
            <a:r>
              <a:rPr lang="en-US" dirty="0"/>
              <a:t> dropdown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aksi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8513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8536-73A3-0E97-DBB2-344264E7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BE37-77DB-30C2-56B0-84CB7190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B543B-B676-A09D-3244-EF3EC9F2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083" y="1436543"/>
            <a:ext cx="10139834" cy="47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62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A149-F3F4-16E1-4524-29DCA4C4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587A-5352-57A6-9D4B-F84E590A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7A663-7D4A-5A90-AA9B-DC81E6C2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083" y="1477102"/>
            <a:ext cx="10139834" cy="470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2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CA3C-656E-42E1-2DC4-03904436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1F7E-476A-A80C-0306-07544565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5925"/>
            <a:ext cx="10511627" cy="1012785"/>
          </a:xfrm>
        </p:spPr>
        <p:txBody>
          <a:bodyPr/>
          <a:lstStyle/>
          <a:p>
            <a:r>
              <a:rPr lang="en-US" dirty="0"/>
              <a:t>Ganti thumbnail / video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34E1F-4718-9D4E-674B-6A4034F089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1083" y="1375501"/>
            <a:ext cx="9309833" cy="492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72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8C3C-93D9-97A2-3696-C0650597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FCA2-9814-4DFC-C8A0-614F8CDC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5583"/>
            <a:ext cx="10511627" cy="1012785"/>
          </a:xfrm>
        </p:spPr>
        <p:txBody>
          <a:bodyPr/>
          <a:lstStyle/>
          <a:p>
            <a:r>
              <a:rPr lang="en-US" sz="2800" dirty="0" err="1"/>
              <a:t>Konfirmasi</a:t>
            </a:r>
            <a:r>
              <a:rPr lang="en-US" sz="2800" dirty="0"/>
              <a:t> </a:t>
            </a:r>
            <a:r>
              <a:rPr lang="en-US" sz="2800" dirty="0" err="1"/>
              <a:t>ganti</a:t>
            </a:r>
            <a:r>
              <a:rPr lang="en-US" sz="2800" dirty="0"/>
              <a:t> thumbnail / video </a:t>
            </a:r>
            <a:r>
              <a:rPr lang="en-US" sz="2800" dirty="0" err="1"/>
              <a:t>kegiatan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301D2-2DD8-77F0-26C4-41063613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27" y="1616947"/>
            <a:ext cx="10130971" cy="467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08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5AD76-FB19-6A10-70E3-60EC88BA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7489-3A9E-0560-9FF2-D87A485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0929"/>
            <a:ext cx="10511627" cy="1012785"/>
          </a:xfrm>
        </p:spPr>
        <p:txBody>
          <a:bodyPr/>
          <a:lstStyle/>
          <a:p>
            <a:r>
              <a:rPr lang="en-US" dirty="0"/>
              <a:t>DOKUMENTASI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4E2BA-62BD-907D-A395-CA6A1EBC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466542"/>
            <a:ext cx="999312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12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246E-04BD-D01C-8956-7C7DC4D1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D37F-EBA8-14E1-69CD-C640F2A7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0929"/>
            <a:ext cx="10511627" cy="1012785"/>
          </a:xfrm>
        </p:spPr>
        <p:txBody>
          <a:bodyPr/>
          <a:lstStyle/>
          <a:p>
            <a:r>
              <a:rPr lang="en-US" dirty="0"/>
              <a:t>INPUT DOKUMENTASI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3E90D-DB8C-060C-8145-2316F5D9D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69" y="1431126"/>
            <a:ext cx="9945488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1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9F5B-57E5-502B-FD78-763A822B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4765-79B7-CA01-0269-50FF902E0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0929"/>
            <a:ext cx="10511627" cy="1012785"/>
          </a:xfrm>
        </p:spPr>
        <p:txBody>
          <a:bodyPr/>
          <a:lstStyle/>
          <a:p>
            <a:r>
              <a:rPr lang="en-US" dirty="0"/>
              <a:t>HAPUS DOKUMENTASI </a:t>
            </a:r>
            <a:r>
              <a:rPr lang="en-US" dirty="0" err="1"/>
              <a:t>kEGIATAN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AC05D-5AA7-B84D-411F-432FF36C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56" y="1315237"/>
            <a:ext cx="9945488" cy="498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31B961-7074-3D93-C74B-624695C9CF75}"/>
              </a:ext>
            </a:extLst>
          </p:cNvPr>
          <p:cNvSpPr txBox="1"/>
          <p:nvPr/>
        </p:nvSpPr>
        <p:spPr>
          <a:xfrm>
            <a:off x="1723899" y="6429030"/>
            <a:ext cx="889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Ketik</a:t>
            </a:r>
            <a:r>
              <a:rPr lang="en-US" dirty="0"/>
              <a:t> “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”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tekan</a:t>
            </a:r>
            <a:r>
              <a:rPr lang="en-US" dirty="0"/>
              <a:t> “Hapus </a:t>
            </a:r>
            <a:r>
              <a:rPr lang="en-US" dirty="0" err="1"/>
              <a:t>Dokumentasi</a:t>
            </a:r>
            <a:r>
              <a:rPr lang="en-US" dirty="0"/>
              <a:t>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8059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Cari </a:t>
            </a:r>
            <a:r>
              <a:rPr lang="en-US" dirty="0" err="1"/>
              <a:t>tenar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Cari </a:t>
            </a:r>
            <a:r>
              <a:rPr lang="en-US" dirty="0" err="1"/>
              <a:t>Tenar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b="23450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386A-1AE8-CF45-204F-06A51A0A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210D-E3B6-7F4F-8100-EACD4FED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/>
              <a:t>MENU CARI TENAR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A1EC3-AECB-0FAB-18E3-A87875EDD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26" y="1847751"/>
            <a:ext cx="11196947" cy="31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16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1228-6099-843F-55BD-EB7D50BA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BD99-FB38-B121-327C-10A45A61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611"/>
            <a:ext cx="10511627" cy="1012785"/>
          </a:xfrm>
        </p:spPr>
        <p:txBody>
          <a:bodyPr/>
          <a:lstStyle/>
          <a:p>
            <a:r>
              <a:rPr lang="en-US" dirty="0"/>
              <a:t>edit JADWAL LAGU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2132A-B526-3FB9-6436-728779DA4E4E}"/>
              </a:ext>
            </a:extLst>
          </p:cNvPr>
          <p:cNvSpPr txBox="1"/>
          <p:nvPr/>
        </p:nvSpPr>
        <p:spPr>
          <a:xfrm>
            <a:off x="1656353" y="6287382"/>
            <a:ext cx="8837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Tekan Tombol Buka </a:t>
            </a:r>
            <a:r>
              <a:rPr lang="en-US" dirty="0"/>
              <a:t>Pada Menu </a:t>
            </a:r>
            <a:r>
              <a:rPr lang="en-US"/>
              <a:t>Live Youtube</a:t>
            </a:r>
            <a:r>
              <a:rPr lang="en-US" dirty="0"/>
              <a:t> </a:t>
            </a:r>
            <a:r>
              <a:rPr lang="en-US"/>
              <a:t>Lagu Kemudian Pilih</a:t>
            </a:r>
            <a:r>
              <a:rPr lang="en-US" dirty="0"/>
              <a:t> Lagu </a:t>
            </a:r>
            <a:r>
              <a:rPr lang="en-US"/>
              <a:t>Lalu </a:t>
            </a:r>
            <a:r>
              <a:rPr lang="en-US" dirty="0" err="1"/>
              <a:t>Perbaharui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0773C-98DE-0D77-6C00-64F9370C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4" y="1517116"/>
            <a:ext cx="10900229" cy="457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37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F02E-F473-305E-A98F-BAE56275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4B2C-111B-A498-255D-A42481B1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/>
              <a:t>TABEL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inspiratif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774F4-6AF7-859C-5092-D90D8DEEC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24" y="1773810"/>
            <a:ext cx="10768951" cy="331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96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C1679-70B1-23D6-8DF8-8DCA79F5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CB5F-7DE5-8615-51DD-0B1FA008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inspiratif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4C8AAF-CB84-86FF-7AA7-14207FFD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848" y="1731053"/>
            <a:ext cx="10656304" cy="452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57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3B30-EC3A-B15B-88FF-E43BAF93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4A61-F155-ADA5-BFEB-D3EEEA83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/>
              <a:t>Aksi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inspiratif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F9B9C3-3F04-81FF-B05F-52664F9F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30" y="1731054"/>
            <a:ext cx="10384539" cy="339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8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DD6D-5471-2447-3D25-4156F90F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258E-C71E-3DDB-5465-1DBE25D5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/>
              <a:t>TABEL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inspiratif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C506B-7223-46B3-E809-5139C474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24" y="1773810"/>
            <a:ext cx="10768951" cy="3310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E32CAD-82A2-2514-B788-D8A9B2FB4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6325"/>
            <a:ext cx="12192000" cy="552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93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9368-832D-5A03-A804-821560EC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EAF9-8931-E189-E07E-1EDB566F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/>
              <a:t>TABEL JADWAL LAGU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72DFB-8ED6-9102-9A24-5EC7B8C7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63" y="1904787"/>
            <a:ext cx="11022074" cy="337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25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A2F6-C69F-8E14-141E-9481AA49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50DD-0CA2-61FA-4C7A-5C7DEFA7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 err="1"/>
              <a:t>tambah</a:t>
            </a:r>
            <a:r>
              <a:rPr lang="en-US" dirty="0"/>
              <a:t> JADWAL LAGU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6A227-A2D8-73F9-8883-102D7D13E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5960" y="1742838"/>
            <a:ext cx="10680079" cy="43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78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AB099-BE84-4F03-13A8-FE9541A4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CC4D-7A6C-F804-A633-3646F541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93297"/>
            <a:ext cx="10511627" cy="1012785"/>
          </a:xfrm>
        </p:spPr>
        <p:txBody>
          <a:bodyPr/>
          <a:lstStyle/>
          <a:p>
            <a:r>
              <a:rPr lang="en-US" dirty="0" err="1"/>
              <a:t>aksi</a:t>
            </a:r>
            <a:r>
              <a:rPr lang="en-US" dirty="0"/>
              <a:t> JADWAL LAGU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489EBF-7F62-C55A-8AB7-C49AC2F9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98" y="1938129"/>
            <a:ext cx="10839204" cy="324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78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3BE-7700-5387-68C5-716DB83CD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EF3E-237B-EB2A-E2CD-8083E799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611"/>
            <a:ext cx="10511627" cy="1012785"/>
          </a:xfrm>
        </p:spPr>
        <p:txBody>
          <a:bodyPr/>
          <a:lstStyle/>
          <a:p>
            <a:r>
              <a:rPr lang="en-US" dirty="0"/>
              <a:t>edit JADWAL LAGU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F143D-2F36-BB0A-D0D7-AF54D86B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84" y="1506295"/>
            <a:ext cx="9633857" cy="45472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90810-DE36-83AC-DA63-1F4026F69D69}"/>
              </a:ext>
            </a:extLst>
          </p:cNvPr>
          <p:cNvSpPr txBox="1"/>
          <p:nvPr/>
        </p:nvSpPr>
        <p:spPr>
          <a:xfrm>
            <a:off x="2840589" y="6287382"/>
            <a:ext cx="6510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Tekan </a:t>
            </a:r>
            <a:r>
              <a:rPr lang="en-US" dirty="0" err="1"/>
              <a:t>Tombol</a:t>
            </a:r>
            <a:r>
              <a:rPr lang="en-US" dirty="0"/>
              <a:t> Ganti Lagu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Lagu Lalu </a:t>
            </a:r>
            <a:r>
              <a:rPr lang="en-US" dirty="0" err="1"/>
              <a:t>Konfirmasi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58280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 err="1"/>
              <a:t>Peraturan</a:t>
            </a:r>
            <a:r>
              <a:rPr lang="en-US" dirty="0"/>
              <a:t> input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UKURAN MAKSIMUM FILE GAMBAR : 1 GB</a:t>
            </a:r>
          </a:p>
          <a:p>
            <a:r>
              <a:rPr lang="en-US" dirty="0"/>
              <a:t>UKURAN MAKSIMUM FILE VIDEO : 10 GB</a:t>
            </a:r>
          </a:p>
          <a:p>
            <a:r>
              <a:rPr lang="en-US" dirty="0"/>
              <a:t>UKURAN MAKSIMUM FILE AUDIO / LAGU : 1 GB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182831"/>
            <a:ext cx="5715000" cy="1135254"/>
          </a:xfrm>
        </p:spPr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665F2-3BF4-A8CC-0D4F-EBB4002DF76C}"/>
              </a:ext>
            </a:extLst>
          </p:cNvPr>
          <p:cNvSpPr txBox="1"/>
          <p:nvPr/>
        </p:nvSpPr>
        <p:spPr>
          <a:xfrm>
            <a:off x="914401" y="3429000"/>
            <a:ext cx="51427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Hubungi</a:t>
            </a:r>
            <a:r>
              <a:rPr lang="en-US" dirty="0"/>
              <a:t> operator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kendala</a:t>
            </a:r>
            <a:r>
              <a:rPr lang="en-US" dirty="0"/>
              <a:t> yang 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tercantum</a:t>
            </a:r>
            <a:r>
              <a:rPr lang="en-US" dirty="0"/>
              <a:t> pada tutorial</a:t>
            </a:r>
          </a:p>
          <a:p>
            <a:endParaRPr lang="en-ID" dirty="0"/>
          </a:p>
          <a:p>
            <a:pPr marL="285750" indent="-285750">
              <a:buFontTx/>
              <a:buChar char="-"/>
            </a:pPr>
            <a:r>
              <a:rPr lang="en-ID" dirty="0"/>
              <a:t>0895806080752 (Kurniawan)</a:t>
            </a:r>
          </a:p>
          <a:p>
            <a:pPr marL="285750" indent="-285750">
              <a:buFontTx/>
              <a:buChar char="-"/>
            </a:pPr>
            <a:r>
              <a:rPr lang="en-ID" dirty="0"/>
              <a:t>089643144013 (Wahyu)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{9B3D241F-7134-43D0-A4C4-E0888BFF4D55}tf78438558_win32</Template>
  <TotalTime>344</TotalTime>
  <Words>272</Words>
  <Application>Microsoft Office PowerPoint</Application>
  <PresentationFormat>Widescreen</PresentationFormat>
  <Paragraphs>59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Black</vt:lpstr>
      <vt:lpstr>Calibri</vt:lpstr>
      <vt:lpstr>Sabon Next LT</vt:lpstr>
      <vt:lpstr>Custom</vt:lpstr>
      <vt:lpstr>Tutorial  admin PAGE hubdam14hsn</vt:lpstr>
      <vt:lpstr>tutorial tentang :</vt:lpstr>
      <vt:lpstr>Tabel berita</vt:lpstr>
      <vt:lpstr>Form tambah berita</vt:lpstr>
      <vt:lpstr>Form tambah berita</vt:lpstr>
      <vt:lpstr>aksi BERITA</vt:lpstr>
      <vt:lpstr>Konfirmasi hapus BERITA</vt:lpstr>
      <vt:lpstr>edit berita</vt:lpstr>
      <vt:lpstr>edit berita</vt:lpstr>
      <vt:lpstr>Detail</vt:lpstr>
      <vt:lpstr>Balas komentar berita</vt:lpstr>
      <vt:lpstr>Tabel user</vt:lpstr>
      <vt:lpstr>Form tambah user</vt:lpstr>
      <vt:lpstr>Form tambah kegiatan</vt:lpstr>
      <vt:lpstr>Form tambah kegiatan</vt:lpstr>
      <vt:lpstr>Aksi kEGIATAN</vt:lpstr>
      <vt:lpstr>Edit kegiatan</vt:lpstr>
      <vt:lpstr>Edit kegiatan</vt:lpstr>
      <vt:lpstr>Ganti thumbnail / video kegiatan</vt:lpstr>
      <vt:lpstr>Konfirmasi ganti thumbnail / video kegiatan</vt:lpstr>
      <vt:lpstr>DOKUMENTASI kEGIATAN</vt:lpstr>
      <vt:lpstr>INPUT DOKUMENTASI kEGIATAN</vt:lpstr>
      <vt:lpstr>HAPUS DOKUMENTASI kEGIATAN</vt:lpstr>
      <vt:lpstr>Cari tenar</vt:lpstr>
      <vt:lpstr>MENU CARI TENAR</vt:lpstr>
      <vt:lpstr>edit JADWAL LAGU</vt:lpstr>
      <vt:lpstr>TABEL cerita inspiratif</vt:lpstr>
      <vt:lpstr>Tambah cerita inspiratif</vt:lpstr>
      <vt:lpstr>Aksi cerita inspiratif</vt:lpstr>
      <vt:lpstr>TABEL cerita inspiratif</vt:lpstr>
      <vt:lpstr>TABEL JADWAL LAGU</vt:lpstr>
      <vt:lpstr>tambah JADWAL LAGU</vt:lpstr>
      <vt:lpstr>aksi JADWAL LAGU</vt:lpstr>
      <vt:lpstr>edit JADWAL LAGU</vt:lpstr>
      <vt:lpstr>Peraturan input file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dwi wahyu</dc:creator>
  <cp:lastModifiedBy>dwi wahyu</cp:lastModifiedBy>
  <cp:revision>7</cp:revision>
  <dcterms:created xsi:type="dcterms:W3CDTF">2025-04-19T08:16:45Z</dcterms:created>
  <dcterms:modified xsi:type="dcterms:W3CDTF">2025-04-19T14:01:36Z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