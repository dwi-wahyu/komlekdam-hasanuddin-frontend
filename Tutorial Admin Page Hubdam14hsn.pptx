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33"/>
  </p:notesMasterIdLst>
  <p:handoutMasterIdLst>
    <p:handoutMasterId r:id="rId34"/>
  </p:handoutMasterIdLst>
  <p:sldIdLst>
    <p:sldId id="312" r:id="rId5"/>
    <p:sldId id="304" r:id="rId6"/>
    <p:sldId id="323" r:id="rId7"/>
    <p:sldId id="327" r:id="rId8"/>
    <p:sldId id="328" r:id="rId9"/>
    <p:sldId id="336" r:id="rId10"/>
    <p:sldId id="337" r:id="rId11"/>
    <p:sldId id="325" r:id="rId12"/>
    <p:sldId id="334" r:id="rId13"/>
    <p:sldId id="329" r:id="rId14"/>
    <p:sldId id="331" r:id="rId15"/>
    <p:sldId id="332" r:id="rId16"/>
    <p:sldId id="333" r:id="rId17"/>
    <p:sldId id="338" r:id="rId18"/>
    <p:sldId id="340" r:id="rId19"/>
    <p:sldId id="341" r:id="rId20"/>
    <p:sldId id="342" r:id="rId21"/>
    <p:sldId id="307" r:id="rId22"/>
    <p:sldId id="281" r:id="rId23"/>
    <p:sldId id="282" r:id="rId24"/>
    <p:sldId id="314" r:id="rId25"/>
    <p:sldId id="315" r:id="rId26"/>
    <p:sldId id="317" r:id="rId27"/>
    <p:sldId id="318" r:id="rId28"/>
    <p:sldId id="319" r:id="rId29"/>
    <p:sldId id="321" r:id="rId30"/>
    <p:sldId id="322" r:id="rId31"/>
    <p:sldId id="297" r:id="rId32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5388" autoAdjust="0"/>
  </p:normalViewPr>
  <p:slideViewPr>
    <p:cSldViewPr snapToGrid="0" snapToObjects="1">
      <p:cViewPr>
        <p:scale>
          <a:sx n="66" d="100"/>
          <a:sy n="66" d="100"/>
        </p:scale>
        <p:origin x="900" y="138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8/10/relationships/authors" Target="authors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D5B06-B515-DF6B-8F35-17E6FD464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7AB765-9FB9-4D5B-B82D-261BAB34ED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D98A5C-8E63-D3F4-CA35-4BE9B4F372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0704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826F4-B82E-64E9-C2ED-69F1C15D4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5B50A9-C48C-8CD6-0B3A-D0A1A9086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8943A3-FF49-2DC7-C20B-9493095220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8990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F4F5A-3EC0-FBDF-4C91-B9EB54714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FC4A50-1BFF-7668-2CBD-E14235AB0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F1DE35-BB79-CB70-3481-88D7D80B87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3247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6B1C5-6C3C-D77D-4C86-825C90A9B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F8179B-3D21-17B0-2410-7B591E26A2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33EAC9-6EC0-EE43-433E-30E56B3F7C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6151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EBFF-8B64-24F6-6EEE-C8B7972E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DE6CD-BFF3-0259-E751-2EBAEF59A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3027A6-4242-4840-D081-972955EE8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6404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7F781-4469-3EB4-8A01-083E6F0E8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3F6BE5-D43E-D6FB-20A9-45E268983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CBA306-2F4E-6A70-94C9-CA39734208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5124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1DD7B-827E-FC79-7960-BA18C8D5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92D0EE-2BFD-4D71-48AF-DBE3CF886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4301CD-0088-DC89-124C-084C9755BD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2114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FD60B-1D41-C210-00A2-D0384C23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9DAD4E-D56B-F92E-C1E7-A3973A4E8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E333D-64F4-8DBF-AE3E-2D91654523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03062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66471-7905-E28A-149F-722E404B9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4AD203-4AAE-07A1-523F-F740D3FA0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9BAB9-3BE1-02A2-EE69-3863ABEEB6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4525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F634D-D820-82A0-B74A-C2C807214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FD7A5C-6E15-A944-A13F-6F31EB962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B18C35-52D8-0779-570B-CF4F32BDE4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0793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D4CAD-0943-38B2-3244-6D36EC191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9BCBF1-98B3-2F37-992C-EA6FAB701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1A1BC4-E0EF-4E23-626D-4203A5F529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6968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4C692-BEDF-5055-99B9-487FB86B2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6D6BCC-3613-2027-13BD-21A717FEC6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C64C5-1164-74A7-CA27-0B3DFEC90E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9498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7992E-7C86-B029-DEB4-0EBEBA252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4C35F-A1EC-C9D0-740C-61B48F734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97F04B-B323-C3A5-1E76-7B51EE0C85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26161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FA660-61F9-6702-0D24-0E6451B3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45968-2BAF-3DAA-6377-B2D562C7D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8A63C-30BE-A38E-34C2-33C691CFFD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7996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E2C15-DF5F-A867-35FF-CE964F515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29F64E-73B0-69F2-D4A8-A082F88B15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E038C2-91C5-1883-761B-9DE569B7B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1839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12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6670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3831221"/>
          </a:xfrm>
        </p:spPr>
        <p:txBody>
          <a:bodyPr anchor="ctr"/>
          <a:lstStyle/>
          <a:p>
            <a:r>
              <a:rPr lang="en-US" dirty="0"/>
              <a:t>Tutorial </a:t>
            </a:r>
            <a:br>
              <a:rPr lang="en-US" dirty="0"/>
            </a:br>
            <a:r>
              <a:rPr lang="en-US" dirty="0"/>
              <a:t>admin PAGE</a:t>
            </a:r>
            <a:br>
              <a:rPr lang="en-US" dirty="0"/>
            </a:br>
            <a:r>
              <a:rPr lang="en-US" dirty="0"/>
              <a:t>hubdam14hsn</a:t>
            </a: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91595"/>
            <a:ext cx="6583680" cy="1531357"/>
          </a:xfrm>
        </p:spPr>
        <p:txBody>
          <a:bodyPr/>
          <a:lstStyle/>
          <a:p>
            <a:r>
              <a:rPr lang="en-US" dirty="0"/>
              <a:t>tutorial </a:t>
            </a:r>
            <a:r>
              <a:rPr lang="en-US" dirty="0" err="1"/>
              <a:t>tentang</a:t>
            </a:r>
            <a:r>
              <a:rPr lang="en-US" dirty="0"/>
              <a:t> 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957388"/>
            <a:ext cx="6583680" cy="4084596"/>
          </a:xfrm>
        </p:spPr>
        <p:txBody>
          <a:bodyPr/>
          <a:lstStyle/>
          <a:p>
            <a:r>
              <a:rPr lang="en-US" dirty="0" err="1"/>
              <a:t>Manajemen</a:t>
            </a:r>
            <a:r>
              <a:rPr lang="en-US" dirty="0"/>
              <a:t> Berita, </a:t>
            </a:r>
            <a:r>
              <a:rPr lang="en-US" dirty="0" err="1"/>
              <a:t>Kegiatan</a:t>
            </a:r>
            <a:r>
              <a:rPr lang="en-US" dirty="0"/>
              <a:t>, </a:t>
            </a:r>
            <a:r>
              <a:rPr lang="en-US" dirty="0" err="1"/>
              <a:t>Litbang</a:t>
            </a:r>
            <a:r>
              <a:rPr lang="en-US" dirty="0"/>
              <a:t>, </a:t>
            </a:r>
            <a:r>
              <a:rPr lang="en-US" dirty="0" err="1"/>
              <a:t>Laporan</a:t>
            </a:r>
            <a:endParaRPr lang="en-US" dirty="0"/>
          </a:p>
          <a:p>
            <a:r>
              <a:rPr lang="en-US" dirty="0" err="1"/>
              <a:t>Pengelolaan</a:t>
            </a:r>
            <a:r>
              <a:rPr lang="en-US" dirty="0"/>
              <a:t> </a:t>
            </a:r>
            <a:r>
              <a:rPr lang="en-US" dirty="0" err="1"/>
              <a:t>Dokumentasi</a:t>
            </a:r>
            <a:endParaRPr lang="en-US" dirty="0"/>
          </a:p>
          <a:p>
            <a:r>
              <a:rPr lang="en-US" dirty="0"/>
              <a:t>Menu Cari </a:t>
            </a:r>
            <a:r>
              <a:rPr lang="en-US" dirty="0" err="1"/>
              <a:t>Tenar</a:t>
            </a:r>
            <a:r>
              <a:rPr lang="en-US" dirty="0"/>
              <a:t> (Jadwal Lagu, Live </a:t>
            </a:r>
            <a:r>
              <a:rPr lang="en-US" dirty="0" err="1"/>
              <a:t>Youtube</a:t>
            </a:r>
            <a:r>
              <a:rPr lang="en-US" dirty="0"/>
              <a:t>, Cerita </a:t>
            </a:r>
            <a:r>
              <a:rPr lang="en-US" dirty="0" err="1"/>
              <a:t>Inspiratif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53FD0-5EF5-DDCB-D7A5-F7EA99430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88468-3C29-E81C-B6FA-90182C943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15925"/>
            <a:ext cx="10511627" cy="1012785"/>
          </a:xfrm>
        </p:spPr>
        <p:txBody>
          <a:bodyPr/>
          <a:lstStyle/>
          <a:p>
            <a:r>
              <a:rPr lang="en-US" dirty="0"/>
              <a:t>Tabel </a:t>
            </a:r>
            <a:r>
              <a:rPr lang="en-US"/>
              <a:t>berita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D9C711-70D6-EC75-0238-3BE3F998AF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107" y="1323680"/>
            <a:ext cx="11209786" cy="4905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466485E-4BB1-A796-FF8A-A481C802DA9F}"/>
              </a:ext>
            </a:extLst>
          </p:cNvPr>
          <p:cNvSpPr txBox="1"/>
          <p:nvPr/>
        </p:nvSpPr>
        <p:spPr>
          <a:xfrm>
            <a:off x="8379231" y="6322132"/>
            <a:ext cx="3046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Tekan </a:t>
            </a:r>
            <a:r>
              <a:rPr lang="en-US" dirty="0" err="1"/>
              <a:t>Tombol</a:t>
            </a:r>
            <a:r>
              <a:rPr lang="en-US" dirty="0"/>
              <a:t> </a:t>
            </a:r>
            <a:r>
              <a:rPr lang="en-US" dirty="0" err="1"/>
              <a:t>Tambah</a:t>
            </a:r>
            <a:r>
              <a:rPr lang="en-US" dirty="0"/>
              <a:t> Berita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587939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48EF9-0394-3A91-0C1B-1BE083CC2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7C833-2385-51EF-BCD2-038091B93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15925"/>
            <a:ext cx="10511627" cy="1012785"/>
          </a:xfrm>
        </p:spPr>
        <p:txBody>
          <a:bodyPr/>
          <a:lstStyle/>
          <a:p>
            <a:r>
              <a:rPr lang="en-US" dirty="0"/>
              <a:t>Form </a:t>
            </a:r>
            <a:r>
              <a:rPr lang="en-US" dirty="0" err="1"/>
              <a:t>tambah</a:t>
            </a:r>
            <a:r>
              <a:rPr lang="en-US" dirty="0"/>
              <a:t> </a:t>
            </a:r>
            <a:r>
              <a:rPr lang="en-US" dirty="0" err="1"/>
              <a:t>berita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646363-5733-F072-7ACC-6A0F9D14D1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6083" y="1243694"/>
            <a:ext cx="10139834" cy="49445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7E366B4-0DE0-CC66-F6BF-C18868D1D0A6}"/>
              </a:ext>
            </a:extLst>
          </p:cNvPr>
          <p:cNvSpPr txBox="1"/>
          <p:nvPr/>
        </p:nvSpPr>
        <p:spPr>
          <a:xfrm>
            <a:off x="1026083" y="6303220"/>
            <a:ext cx="4377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Kategori</a:t>
            </a:r>
            <a:r>
              <a:rPr lang="en-US" dirty="0"/>
              <a:t> Berita : Artikel, Internal, </a:t>
            </a:r>
            <a:r>
              <a:rPr lang="en-US" dirty="0" err="1"/>
              <a:t>Eksternal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62519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5312D-6437-B639-B7A5-1621CBCF1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6F61D-84B6-5E8A-9FBB-787AE7B11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15925"/>
            <a:ext cx="10511627" cy="1012785"/>
          </a:xfrm>
        </p:spPr>
        <p:txBody>
          <a:bodyPr/>
          <a:lstStyle/>
          <a:p>
            <a:r>
              <a:rPr lang="en-US" dirty="0"/>
              <a:t>Form </a:t>
            </a:r>
            <a:r>
              <a:rPr lang="en-US" dirty="0" err="1"/>
              <a:t>tambah</a:t>
            </a:r>
            <a:r>
              <a:rPr lang="en-US" dirty="0"/>
              <a:t> </a:t>
            </a:r>
            <a:r>
              <a:rPr lang="en-US" dirty="0" err="1"/>
              <a:t>berita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C20AD9-0806-B654-99E2-5AAE3AD2A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69" y="1294733"/>
            <a:ext cx="10072688" cy="43828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EFFDEA-61C7-B0BF-BAE6-718AF4DA6CFF}"/>
              </a:ext>
            </a:extLst>
          </p:cNvPr>
          <p:cNvSpPr txBox="1"/>
          <p:nvPr/>
        </p:nvSpPr>
        <p:spPr>
          <a:xfrm>
            <a:off x="3081483" y="5843588"/>
            <a:ext cx="617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Setelah</a:t>
            </a:r>
            <a:r>
              <a:rPr lang="en-US" dirty="0"/>
              <a:t> </a:t>
            </a:r>
            <a:r>
              <a:rPr lang="en-US" dirty="0" err="1"/>
              <a:t>mengisi</a:t>
            </a:r>
            <a:r>
              <a:rPr lang="en-US" dirty="0"/>
              <a:t> </a:t>
            </a:r>
            <a:r>
              <a:rPr lang="en-US" dirty="0" err="1"/>
              <a:t>semua</a:t>
            </a:r>
            <a:r>
              <a:rPr lang="en-US" dirty="0"/>
              <a:t> field </a:t>
            </a:r>
            <a:r>
              <a:rPr lang="en-US" dirty="0" err="1"/>
              <a:t>berita</a:t>
            </a:r>
            <a:r>
              <a:rPr lang="en-US" dirty="0"/>
              <a:t> </a:t>
            </a:r>
            <a:r>
              <a:rPr lang="en-US" dirty="0" err="1"/>
              <a:t>tekan</a:t>
            </a:r>
            <a:r>
              <a:rPr lang="en-US" dirty="0"/>
              <a:t> </a:t>
            </a:r>
            <a:r>
              <a:rPr lang="en-US" dirty="0" err="1"/>
              <a:t>tombol</a:t>
            </a:r>
            <a:r>
              <a:rPr lang="en-US" dirty="0"/>
              <a:t> “</a:t>
            </a:r>
            <a:r>
              <a:rPr lang="en-US" dirty="0" err="1"/>
              <a:t>Buat</a:t>
            </a:r>
            <a:r>
              <a:rPr lang="en-US" dirty="0"/>
              <a:t> Berita”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452557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78536-73A3-0E97-DBB2-344264E70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CBE37-77DB-30C2-56B0-84CB7190C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15925"/>
            <a:ext cx="10511627" cy="1012785"/>
          </a:xfrm>
        </p:spPr>
        <p:txBody>
          <a:bodyPr/>
          <a:lstStyle/>
          <a:p>
            <a:r>
              <a:rPr lang="en-US" dirty="0"/>
              <a:t>Form </a:t>
            </a:r>
            <a:r>
              <a:rPr lang="en-US" dirty="0" err="1"/>
              <a:t>tambah</a:t>
            </a:r>
            <a:r>
              <a:rPr lang="en-US" dirty="0"/>
              <a:t> </a:t>
            </a:r>
            <a:r>
              <a:rPr lang="en-US" dirty="0" err="1"/>
              <a:t>kegiatan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2B543B-B676-A09D-3244-EF3EC9F296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6083" y="1366058"/>
            <a:ext cx="10139834" cy="4699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462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6ED6E-331B-4715-2DC5-5017D4CC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EB40E-0717-6E68-44B8-8914A949D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15925"/>
            <a:ext cx="10511627" cy="1012785"/>
          </a:xfrm>
        </p:spPr>
        <p:txBody>
          <a:bodyPr/>
          <a:lstStyle/>
          <a:p>
            <a:r>
              <a:rPr lang="en-US" dirty="0"/>
              <a:t>Form </a:t>
            </a:r>
            <a:r>
              <a:rPr lang="en-US" dirty="0" err="1"/>
              <a:t>tambah</a:t>
            </a:r>
            <a:r>
              <a:rPr lang="en-US" dirty="0"/>
              <a:t> </a:t>
            </a:r>
            <a:r>
              <a:rPr lang="en-US" dirty="0" err="1"/>
              <a:t>kegiatan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C7144A-9097-D7A4-AAC8-C445B7A330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6083" y="1381268"/>
            <a:ext cx="10139834" cy="46693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D2268B-E2DE-2498-B577-E471B1ED2A86}"/>
              </a:ext>
            </a:extLst>
          </p:cNvPr>
          <p:cNvSpPr txBox="1"/>
          <p:nvPr/>
        </p:nvSpPr>
        <p:spPr>
          <a:xfrm>
            <a:off x="2870020" y="6303219"/>
            <a:ext cx="645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Setelah</a:t>
            </a:r>
            <a:r>
              <a:rPr lang="en-US" dirty="0"/>
              <a:t> </a:t>
            </a:r>
            <a:r>
              <a:rPr lang="en-US" dirty="0" err="1"/>
              <a:t>mengisi</a:t>
            </a:r>
            <a:r>
              <a:rPr lang="en-US" dirty="0"/>
              <a:t> </a:t>
            </a:r>
            <a:r>
              <a:rPr lang="en-US" dirty="0" err="1"/>
              <a:t>semua</a:t>
            </a:r>
            <a:r>
              <a:rPr lang="en-US" dirty="0"/>
              <a:t> field </a:t>
            </a:r>
            <a:r>
              <a:rPr lang="en-US" dirty="0" err="1"/>
              <a:t>berita</a:t>
            </a:r>
            <a:r>
              <a:rPr lang="en-US" dirty="0"/>
              <a:t> </a:t>
            </a:r>
            <a:r>
              <a:rPr lang="en-US" dirty="0" err="1"/>
              <a:t>tekan</a:t>
            </a:r>
            <a:r>
              <a:rPr lang="en-US" dirty="0"/>
              <a:t> </a:t>
            </a:r>
            <a:r>
              <a:rPr lang="en-US" dirty="0" err="1"/>
              <a:t>tombol</a:t>
            </a:r>
            <a:r>
              <a:rPr lang="en-US" dirty="0"/>
              <a:t> “</a:t>
            </a:r>
            <a:r>
              <a:rPr lang="en-US" dirty="0" err="1"/>
              <a:t>Buat</a:t>
            </a:r>
            <a:r>
              <a:rPr lang="en-US" dirty="0"/>
              <a:t> </a:t>
            </a:r>
            <a:r>
              <a:rPr lang="en-US" dirty="0" err="1"/>
              <a:t>Kegiatan</a:t>
            </a:r>
            <a:r>
              <a:rPr lang="en-US" dirty="0"/>
              <a:t>”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123064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D3D0F-1050-78FA-BCA1-F7FB50FB3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774F7-08DC-50AD-87D8-2006F2DCC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15925"/>
            <a:ext cx="10511627" cy="1012785"/>
          </a:xfrm>
        </p:spPr>
        <p:txBody>
          <a:bodyPr/>
          <a:lstStyle/>
          <a:p>
            <a:r>
              <a:rPr lang="en-US" dirty="0" err="1"/>
              <a:t>aksi</a:t>
            </a:r>
            <a:r>
              <a:rPr lang="en-US" dirty="0"/>
              <a:t> BERITA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A0F89A-D117-BAE8-9090-AB9F1F3586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1107" y="1354579"/>
            <a:ext cx="11209786" cy="48438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7300898-24A2-6E92-D97A-6350E43CED7A}"/>
              </a:ext>
            </a:extLst>
          </p:cNvPr>
          <p:cNvSpPr txBox="1"/>
          <p:nvPr/>
        </p:nvSpPr>
        <p:spPr>
          <a:xfrm>
            <a:off x="491107" y="6303220"/>
            <a:ext cx="4488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Tekan salah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dropdown </a:t>
            </a:r>
            <a:r>
              <a:rPr lang="en-US" dirty="0" err="1"/>
              <a:t>tombol</a:t>
            </a:r>
            <a:r>
              <a:rPr lang="en-US" dirty="0"/>
              <a:t> </a:t>
            </a:r>
            <a:r>
              <a:rPr lang="en-US" dirty="0" err="1"/>
              <a:t>aksi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185647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6F55B-5915-65A7-D6F6-2D863656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09E2A-7A6D-8C9E-1FDE-5B96CE5ED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15925"/>
            <a:ext cx="10511627" cy="1012785"/>
          </a:xfrm>
        </p:spPr>
        <p:txBody>
          <a:bodyPr/>
          <a:lstStyle/>
          <a:p>
            <a:r>
              <a:rPr lang="en-US" dirty="0" err="1"/>
              <a:t>Konfirmasi</a:t>
            </a:r>
            <a:r>
              <a:rPr lang="en-US" dirty="0"/>
              <a:t> hapus BERITA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44ABF2-8FCB-EAA7-4686-902B469C5F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1107" y="1429078"/>
            <a:ext cx="11209786" cy="46948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CD71B4-D7E0-8E62-1170-F074E38492AA}"/>
              </a:ext>
            </a:extLst>
          </p:cNvPr>
          <p:cNvSpPr txBox="1"/>
          <p:nvPr/>
        </p:nvSpPr>
        <p:spPr>
          <a:xfrm>
            <a:off x="491107" y="6303220"/>
            <a:ext cx="6210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Jika </a:t>
            </a:r>
            <a:r>
              <a:rPr lang="en-US" dirty="0" err="1"/>
              <a:t>menekan</a:t>
            </a:r>
            <a:r>
              <a:rPr lang="en-US" dirty="0"/>
              <a:t> </a:t>
            </a:r>
            <a:r>
              <a:rPr lang="en-US" dirty="0" err="1"/>
              <a:t>konfirmasi</a:t>
            </a:r>
            <a:r>
              <a:rPr lang="en-US" dirty="0"/>
              <a:t> </a:t>
            </a:r>
            <a:r>
              <a:rPr lang="en-US" dirty="0" err="1"/>
              <a:t>maka</a:t>
            </a:r>
            <a:r>
              <a:rPr lang="en-US" dirty="0"/>
              <a:t> </a:t>
            </a:r>
            <a:r>
              <a:rPr lang="en-US" dirty="0" err="1"/>
              <a:t>berita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dihapus</a:t>
            </a:r>
            <a:r>
              <a:rPr lang="en-US" dirty="0"/>
              <a:t> </a:t>
            </a:r>
            <a:r>
              <a:rPr lang="en-US" dirty="0" err="1"/>
              <a:t>permanen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3619021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C55D0-EC1F-0061-71CD-BBB7352EB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DD732-64FC-C7F1-E9D0-A418632D2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15925"/>
            <a:ext cx="10511627" cy="1012785"/>
          </a:xfrm>
        </p:spPr>
        <p:txBody>
          <a:bodyPr/>
          <a:lstStyle/>
          <a:p>
            <a:r>
              <a:rPr lang="en-US" dirty="0"/>
              <a:t>edit data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1FCD0D-E83F-49DC-667E-6DC2B4F605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86621" y="1395629"/>
            <a:ext cx="10018758" cy="484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040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08F89-3B90-E52C-B362-E085CD498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8EF5-DFA5-DBE7-882A-6180C2492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15925"/>
            <a:ext cx="10511627" cy="1012785"/>
          </a:xfrm>
        </p:spPr>
        <p:txBody>
          <a:bodyPr/>
          <a:lstStyle/>
          <a:p>
            <a:r>
              <a:rPr lang="en-US" dirty="0"/>
              <a:t>Form edit data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2073A3-AD3E-C851-497B-0F48B76A72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33869" y="1324108"/>
            <a:ext cx="10072688" cy="43240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2F6BCD-385B-11EF-38B7-59E08CEAF972}"/>
              </a:ext>
            </a:extLst>
          </p:cNvPr>
          <p:cNvSpPr txBox="1"/>
          <p:nvPr/>
        </p:nvSpPr>
        <p:spPr>
          <a:xfrm>
            <a:off x="3012463" y="5843588"/>
            <a:ext cx="6167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Setelah</a:t>
            </a:r>
            <a:r>
              <a:rPr lang="en-US" dirty="0"/>
              <a:t> </a:t>
            </a:r>
            <a:r>
              <a:rPr lang="en-US" dirty="0" err="1"/>
              <a:t>yakin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perubahan</a:t>
            </a:r>
            <a:r>
              <a:rPr lang="en-US" dirty="0"/>
              <a:t> </a:t>
            </a:r>
            <a:r>
              <a:rPr lang="en-US" dirty="0" err="1"/>
              <a:t>tekan</a:t>
            </a:r>
            <a:r>
              <a:rPr lang="en-US" dirty="0"/>
              <a:t> </a:t>
            </a:r>
            <a:r>
              <a:rPr lang="en-US" dirty="0" err="1"/>
              <a:t>tombol</a:t>
            </a:r>
            <a:r>
              <a:rPr lang="en-US" dirty="0"/>
              <a:t> Update Berita.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5889620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0FE5D-1428-9320-3D4A-BF7B3022C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449F9-D358-A832-FAC4-70B1ED1D3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15925"/>
            <a:ext cx="10511627" cy="1012785"/>
          </a:xfrm>
        </p:spPr>
        <p:txBody>
          <a:bodyPr/>
          <a:lstStyle/>
          <a:p>
            <a:r>
              <a:rPr lang="en-US" dirty="0"/>
              <a:t>Detail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6232E2-B23F-80F8-8FD3-F0E13C3DF6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77" y="1369467"/>
            <a:ext cx="10904246" cy="503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2217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53B73-AFA8-1458-4D99-2CDB8D3B5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F8600-75BE-7CB8-1F05-330A7654E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15925"/>
            <a:ext cx="10511627" cy="1012785"/>
          </a:xfrm>
        </p:spPr>
        <p:txBody>
          <a:bodyPr/>
          <a:lstStyle/>
          <a:p>
            <a:r>
              <a:rPr lang="en-US" dirty="0"/>
              <a:t>Balas </a:t>
            </a:r>
            <a:r>
              <a:rPr lang="en-US" dirty="0" err="1"/>
              <a:t>komentar</a:t>
            </a:r>
            <a:r>
              <a:rPr lang="en-US" dirty="0"/>
              <a:t> </a:t>
            </a:r>
            <a:r>
              <a:rPr lang="en-US" dirty="0" err="1"/>
              <a:t>berita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2DB410-3CDC-E3F7-88BF-A87979246A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3877" y="1375842"/>
            <a:ext cx="10904246" cy="5019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646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3839-EF60-5DBC-31E6-417431CDD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7563F-A678-646C-95D3-F99E687E2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70929"/>
            <a:ext cx="10511627" cy="1012785"/>
          </a:xfrm>
        </p:spPr>
        <p:txBody>
          <a:bodyPr/>
          <a:lstStyle/>
          <a:p>
            <a:r>
              <a:rPr lang="en-US" dirty="0"/>
              <a:t>Aksi </a:t>
            </a:r>
            <a:r>
              <a:rPr lang="en-US" dirty="0" err="1"/>
              <a:t>kEGIATAN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D2EAD9-11B3-E13F-A949-9C3505BFB7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1107" y="1432807"/>
            <a:ext cx="11209786" cy="42519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6F078D-8172-0DBA-0EF5-61FF7F26E42A}"/>
              </a:ext>
            </a:extLst>
          </p:cNvPr>
          <p:cNvSpPr txBox="1"/>
          <p:nvPr/>
        </p:nvSpPr>
        <p:spPr>
          <a:xfrm>
            <a:off x="491107" y="5933888"/>
            <a:ext cx="4488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Tekan salah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dropdown </a:t>
            </a:r>
            <a:r>
              <a:rPr lang="en-US" dirty="0" err="1"/>
              <a:t>tombol</a:t>
            </a:r>
            <a:r>
              <a:rPr lang="en-US" dirty="0"/>
              <a:t> </a:t>
            </a:r>
            <a:r>
              <a:rPr lang="en-US" dirty="0" err="1"/>
              <a:t>aksi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398513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5AD76-FB19-6A10-70E3-60EC88BAD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D7489-3A9E-0560-9FF2-D87A48504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70929"/>
            <a:ext cx="10511627" cy="1012785"/>
          </a:xfrm>
        </p:spPr>
        <p:txBody>
          <a:bodyPr/>
          <a:lstStyle/>
          <a:p>
            <a:r>
              <a:rPr lang="en-US" dirty="0"/>
              <a:t>DOKUMENTASI </a:t>
            </a:r>
            <a:r>
              <a:rPr lang="en-US" dirty="0" err="1"/>
              <a:t>kEGIATAN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64E2BA-62BD-907D-A395-CA6A1EBC4C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440" y="1466542"/>
            <a:ext cx="9993120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7127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246E-04BD-D01C-8956-7C7DC4D16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0D37F-EBA8-14E1-69CD-C640F2A78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70929"/>
            <a:ext cx="10511627" cy="1012785"/>
          </a:xfrm>
        </p:spPr>
        <p:txBody>
          <a:bodyPr/>
          <a:lstStyle/>
          <a:p>
            <a:r>
              <a:rPr lang="en-US" dirty="0"/>
              <a:t>INPUT DOKUMENTASI </a:t>
            </a:r>
            <a:r>
              <a:rPr lang="en-US" dirty="0" err="1"/>
              <a:t>kEGIATAN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A3E90D-DB8C-060C-8145-2316F5D9D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469" y="1431126"/>
            <a:ext cx="9945488" cy="4953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9126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E9F5B-57E5-502B-FD78-763A822B2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E4765-79B7-CA01-0269-50FF902E0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70929"/>
            <a:ext cx="10511627" cy="1012785"/>
          </a:xfrm>
        </p:spPr>
        <p:txBody>
          <a:bodyPr/>
          <a:lstStyle/>
          <a:p>
            <a:r>
              <a:rPr lang="en-US" dirty="0"/>
              <a:t>HAPUS DOKUMENTASI </a:t>
            </a:r>
            <a:r>
              <a:rPr lang="en-US" dirty="0" err="1"/>
              <a:t>kEGIATAN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FAC05D-5AA7-B84D-411F-432FF36CB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256" y="1315237"/>
            <a:ext cx="9945488" cy="49822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31B961-7074-3D93-C74B-624695C9CF75}"/>
              </a:ext>
            </a:extLst>
          </p:cNvPr>
          <p:cNvSpPr txBox="1"/>
          <p:nvPr/>
        </p:nvSpPr>
        <p:spPr>
          <a:xfrm>
            <a:off x="1723899" y="6429030"/>
            <a:ext cx="8892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Ketik</a:t>
            </a:r>
            <a:r>
              <a:rPr lang="en-US" dirty="0"/>
              <a:t> “</a:t>
            </a:r>
            <a:r>
              <a:rPr lang="en-US" dirty="0" err="1"/>
              <a:t>Pilih</a:t>
            </a:r>
            <a:r>
              <a:rPr lang="en-US" dirty="0"/>
              <a:t> </a:t>
            </a:r>
            <a:r>
              <a:rPr lang="en-US" dirty="0" err="1"/>
              <a:t>Dokumentasi</a:t>
            </a:r>
            <a:r>
              <a:rPr lang="en-US" dirty="0"/>
              <a:t>” </a:t>
            </a:r>
            <a:r>
              <a:rPr lang="en-US" dirty="0" err="1"/>
              <a:t>lalu</a:t>
            </a:r>
            <a:r>
              <a:rPr lang="en-US" dirty="0"/>
              <a:t> </a:t>
            </a:r>
            <a:r>
              <a:rPr lang="en-US" dirty="0" err="1"/>
              <a:t>pilih</a:t>
            </a:r>
            <a:r>
              <a:rPr lang="en-US" dirty="0"/>
              <a:t> </a:t>
            </a:r>
            <a:r>
              <a:rPr lang="en-US" dirty="0" err="1"/>
              <a:t>dokumentasi</a:t>
            </a:r>
            <a:r>
              <a:rPr lang="en-US" dirty="0"/>
              <a:t> </a:t>
            </a:r>
            <a:r>
              <a:rPr lang="en-US" dirty="0" err="1"/>
              <a:t>kemudian</a:t>
            </a:r>
            <a:r>
              <a:rPr lang="en-US" dirty="0"/>
              <a:t> </a:t>
            </a:r>
            <a:r>
              <a:rPr lang="en-US" dirty="0" err="1"/>
              <a:t>tekan</a:t>
            </a:r>
            <a:r>
              <a:rPr lang="en-US" dirty="0"/>
              <a:t> “Hapus </a:t>
            </a:r>
            <a:r>
              <a:rPr lang="en-US" dirty="0" err="1"/>
              <a:t>Dokumentasi</a:t>
            </a:r>
            <a:r>
              <a:rPr lang="en-US" dirty="0"/>
              <a:t>”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5580597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061623"/>
            <a:ext cx="5723586" cy="4739104"/>
          </a:xfrm>
        </p:spPr>
        <p:txBody>
          <a:bodyPr/>
          <a:lstStyle/>
          <a:p>
            <a:r>
              <a:rPr lang="en-US" dirty="0"/>
              <a:t>The power of communication</a:t>
            </a:r>
          </a:p>
        </p:txBody>
      </p:sp>
      <p:pic>
        <p:nvPicPr>
          <p:cNvPr id="7" name="Picture Placeholder 6" descr="A person standing in front of a whiteboard">
            <a:extLst>
              <a:ext uri="{FF2B5EF4-FFF2-40B4-BE49-F238E27FC236}">
                <a16:creationId xmlns:a16="http://schemas.microsoft.com/office/drawing/2014/main" id="{DD186EAB-37C7-E7E6-AE8D-F077D02804F9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l="27208" r="27208"/>
          <a:stretch/>
        </p:blipFill>
        <p:spPr>
          <a:xfrm>
            <a:off x="443345" y="0"/>
            <a:ext cx="4344695" cy="6359525"/>
          </a:xfrm>
        </p:spPr>
      </p:pic>
    </p:spTree>
    <p:extLst>
      <p:ext uri="{BB962C8B-B14F-4D97-AF65-F5344CB8AC3E}">
        <p14:creationId xmlns:p14="http://schemas.microsoft.com/office/powerpoint/2010/main" val="29064919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5"/>
            <a:ext cx="5259554" cy="2495028"/>
          </a:xfrm>
        </p:spPr>
        <p:txBody>
          <a:bodyPr/>
          <a:lstStyle/>
          <a:p>
            <a:r>
              <a:rPr lang="en-US" dirty="0"/>
              <a:t>Overcoming nervousness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339BF-E6D7-DD0E-AF02-6813852EE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808750"/>
            <a:ext cx="5259554" cy="2233233"/>
          </a:xfrm>
        </p:spPr>
        <p:txBody>
          <a:bodyPr/>
          <a:lstStyle/>
          <a:p>
            <a:r>
              <a:rPr lang="en-US" dirty="0"/>
              <a:t>Confidence-building strategies</a:t>
            </a:r>
          </a:p>
        </p:txBody>
      </p:sp>
      <p:pic>
        <p:nvPicPr>
          <p:cNvPr id="6" name="Picture Placeholder 5" descr="A person holding a microphone and standing in front of a group of people">
            <a:extLst>
              <a:ext uri="{FF2B5EF4-FFF2-40B4-BE49-F238E27FC236}">
                <a16:creationId xmlns:a16="http://schemas.microsoft.com/office/drawing/2014/main" id="{FECDA901-DD88-89EB-E10E-A2994D0A92D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rcRect l="27745" r="27745"/>
          <a:stretch/>
        </p:blipFill>
        <p:spPr>
          <a:xfrm>
            <a:off x="7414194" y="410780"/>
            <a:ext cx="4344695" cy="6447220"/>
          </a:xfrm>
        </p:spPr>
      </p:pic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565" y="1057274"/>
            <a:ext cx="7965461" cy="994164"/>
          </a:xfrm>
        </p:spPr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60565" y="2303029"/>
            <a:ext cx="7965460" cy="3497698"/>
          </a:xfrm>
        </p:spPr>
        <p:txBody>
          <a:bodyPr/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7043617" cy="2520217"/>
          </a:xfrm>
        </p:spPr>
        <p:txBody>
          <a:bodyPr/>
          <a:lstStyle/>
          <a:p>
            <a:r>
              <a:rPr lang="en-US" dirty="0"/>
              <a:t>Selecting </a:t>
            </a:r>
            <a:br>
              <a:rPr lang="en-US" dirty="0"/>
            </a:br>
            <a:r>
              <a:rPr lang="en-US" dirty="0"/>
              <a:t>visual aids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11317180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8"/>
            <a:ext cx="3283119" cy="3720337"/>
          </a:xfrm>
        </p:spPr>
        <p:txBody>
          <a:bodyPr>
            <a:normAutofit/>
          </a:bodyPr>
          <a:lstStyle/>
          <a:p>
            <a:r>
              <a:rPr lang="en-US" dirty="0"/>
              <a:t>This is a powerful tool in public speaking. It involves varying pitch, tone, and volume to convey emotion, emphasize points, and maintain interest. 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</p:txBody>
      </p: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33680A80-5C61-DD02-1119-0565C0AD53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82159" y="2303028"/>
            <a:ext cx="3284951" cy="3720337"/>
          </a:xfrm>
        </p:spPr>
        <p:txBody>
          <a:bodyPr>
            <a:normAutofit/>
          </a:bodyPr>
          <a:lstStyle/>
          <a:p>
            <a:r>
              <a:rPr lang="en-US" dirty="0"/>
              <a:t>Effective body language enhances your message, making it more impactful and memorable.</a:t>
            </a:r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en-US" dirty="0"/>
              <a:t>Navigating Q&amp;A </a:t>
            </a:r>
            <a:br>
              <a:rPr lang="en-US" dirty="0"/>
            </a:br>
            <a:r>
              <a:rPr lang="en-US" dirty="0"/>
              <a:t>sessions</a:t>
            </a:r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" y="2303463"/>
            <a:ext cx="3282950" cy="4143375"/>
          </a:xfrm>
        </p:spPr>
        <p:txBody>
          <a:bodyPr>
            <a:normAutofit/>
          </a:bodyPr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r>
              <a:rPr lang="en-US" dirty="0"/>
              <a:t>Stay calm</a:t>
            </a:r>
          </a:p>
          <a:p>
            <a:r>
              <a:rPr lang="en-US" dirty="0"/>
              <a:t>Actively listen</a:t>
            </a:r>
          </a:p>
          <a:p>
            <a:r>
              <a:rPr lang="en-US" dirty="0"/>
              <a:t>Pause and reflect</a:t>
            </a:r>
          </a:p>
          <a:p>
            <a:r>
              <a:rPr lang="en-US" dirty="0"/>
              <a:t>Maintain eye contact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58AC0C8B-8A7A-9FAE-2D0F-4D1C3A8C3F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81550" y="2303463"/>
            <a:ext cx="3763963" cy="4143375"/>
          </a:xfrm>
        </p:spPr>
        <p:txBody>
          <a:bodyPr/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pic>
        <p:nvPicPr>
          <p:cNvPr id="10" name="Picture Placeholder 9" descr="A person wearing a blue suit and headphones pointing at a computer">
            <a:extLst>
              <a:ext uri="{FF2B5EF4-FFF2-40B4-BE49-F238E27FC236}">
                <a16:creationId xmlns:a16="http://schemas.microsoft.com/office/drawing/2014/main" id="{DD0A0899-5B02-CEB5-E5DD-448B169C23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l="31888" r="31888"/>
          <a:stretch/>
        </p:blipFill>
        <p:spPr>
          <a:xfrm>
            <a:off x="8989454" y="965393"/>
            <a:ext cx="3202545" cy="589260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/>
          <a:lstStyle/>
          <a:p>
            <a:r>
              <a:rPr lang="en-US" dirty="0"/>
              <a:t>Speaking impact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E55D3D-AA24-CF53-6679-29B3C83F764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14400" y="2331791"/>
            <a:ext cx="6903076" cy="3721817"/>
          </a:xfrm>
        </p:spPr>
        <p:txBody>
          <a:bodyPr/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endParaRPr lang="en-US" dirty="0"/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  <p:pic>
        <p:nvPicPr>
          <p:cNvPr id="7" name="Picture Placeholder 6" descr="A person wearing glasses and a blue shirt">
            <a:extLst>
              <a:ext uri="{FF2B5EF4-FFF2-40B4-BE49-F238E27FC236}">
                <a16:creationId xmlns:a16="http://schemas.microsoft.com/office/drawing/2014/main" id="{C570EB79-053B-0283-9D2D-6266701EEDD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rcRect l="19088" r="19088"/>
          <a:stretch/>
        </p:blipFill>
        <p:spPr>
          <a:xfrm>
            <a:off x="8989454" y="3405189"/>
            <a:ext cx="3202546" cy="3452811"/>
          </a:xfr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089213"/>
            <a:ext cx="9879437" cy="980844"/>
          </a:xfrm>
        </p:spPr>
        <p:txBody>
          <a:bodyPr/>
          <a:lstStyle/>
          <a:p>
            <a:r>
              <a:rPr lang="en-US" dirty="0"/>
              <a:t>Dynamic delivery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DCC342-9FD1-7055-EAAC-008DC851B1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50564" y="2331958"/>
            <a:ext cx="2975217" cy="3704266"/>
          </a:xfrm>
        </p:spPr>
        <p:txBody>
          <a:bodyPr/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133818870"/>
              </p:ext>
            </p:extLst>
          </p:nvPr>
        </p:nvGraphicFramePr>
        <p:xfrm>
          <a:off x="5087938" y="2332038"/>
          <a:ext cx="6345236" cy="387927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227408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2227408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945210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  <a:gridCol w="945210">
                  <a:extLst>
                    <a:ext uri="{9D8B030D-6E8A-4147-A177-3AD203B41FA5}">
                      <a16:colId xmlns:a16="http://schemas.microsoft.com/office/drawing/2014/main" val="1872764148"/>
                    </a:ext>
                  </a:extLst>
                </a:gridCol>
              </a:tblGrid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6434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3592559"/>
                  </a:ext>
                </a:extLst>
              </a:tr>
              <a:tr h="81126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656495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4" y="2303028"/>
            <a:ext cx="5829147" cy="3961593"/>
          </a:xfrm>
        </p:spPr>
        <p:txBody>
          <a:bodyPr>
            <a:normAutofit/>
          </a:bodyPr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0853098E-C088-D323-4BF2-987893F262F6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940842" y="2303028"/>
            <a:ext cx="3485184" cy="3961593"/>
          </a:xfrm>
        </p:spPr>
        <p:txBody>
          <a:bodyPr/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0C7FF8-9CAF-6C67-C1E5-AF40401D0B3D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999503228"/>
              </p:ext>
            </p:extLst>
          </p:nvPr>
        </p:nvGraphicFramePr>
        <p:xfrm>
          <a:off x="914400" y="2316163"/>
          <a:ext cx="10510836" cy="394846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080076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4080076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  <a:gridCol w="1175342">
                  <a:extLst>
                    <a:ext uri="{9D8B030D-6E8A-4147-A177-3AD203B41FA5}">
                      <a16:colId xmlns:a16="http://schemas.microsoft.com/office/drawing/2014/main" val="4233386372"/>
                    </a:ext>
                  </a:extLst>
                </a:gridCol>
                <a:gridCol w="1175342">
                  <a:extLst>
                    <a:ext uri="{9D8B030D-6E8A-4147-A177-3AD203B41FA5}">
                      <a16:colId xmlns:a16="http://schemas.microsoft.com/office/drawing/2014/main" val="1626524931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535648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208549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2318458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849782"/>
            <a:ext cx="5715000" cy="2727709"/>
          </a:xfrm>
        </p:spPr>
        <p:txBody>
          <a:bodyPr/>
          <a:lstStyle/>
          <a:p>
            <a:r>
              <a:rPr lang="en-US" dirty="0"/>
              <a:t>Thank 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B5CEF2-E667-BBB5-2EA6-C06F93B6D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13606"/>
            <a:ext cx="5715000" cy="2234642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 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{9B3D241F-7134-43D0-A4C4-E0888BFF4D55}tf78438558_win32</Template>
  <TotalTime>177</TotalTime>
  <Words>555</Words>
  <Application>Microsoft Office PowerPoint</Application>
  <PresentationFormat>Widescreen</PresentationFormat>
  <Paragraphs>142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Arial Black</vt:lpstr>
      <vt:lpstr>Calibri</vt:lpstr>
      <vt:lpstr>Sabon Next LT</vt:lpstr>
      <vt:lpstr>Custom</vt:lpstr>
      <vt:lpstr>Tutorial  admin PAGE hubdam14hsn</vt:lpstr>
      <vt:lpstr>tutorial tentang :</vt:lpstr>
      <vt:lpstr>Tabel berita</vt:lpstr>
      <vt:lpstr>Form tambah berita</vt:lpstr>
      <vt:lpstr>Form tambah berita</vt:lpstr>
      <vt:lpstr>Form tambah kegiatan</vt:lpstr>
      <vt:lpstr>Form tambah kegiatan</vt:lpstr>
      <vt:lpstr>aksi BERITA</vt:lpstr>
      <vt:lpstr>Konfirmasi hapus BERITA</vt:lpstr>
      <vt:lpstr>edit data</vt:lpstr>
      <vt:lpstr>Form edit data</vt:lpstr>
      <vt:lpstr>Detail</vt:lpstr>
      <vt:lpstr>Balas komentar berita</vt:lpstr>
      <vt:lpstr>Aksi kEGIATAN</vt:lpstr>
      <vt:lpstr>DOKUMENTASI kEGIATAN</vt:lpstr>
      <vt:lpstr>INPUT DOKUMENTASI kEGIATAN</vt:lpstr>
      <vt:lpstr>HAPUS DOKUMENTASI kEGIATAN</vt:lpstr>
      <vt:lpstr>The power of communication</vt:lpstr>
      <vt:lpstr>Overcoming nervousness</vt:lpstr>
      <vt:lpstr>Engaging the audience</vt:lpstr>
      <vt:lpstr>Selecting  visual aids</vt:lpstr>
      <vt:lpstr>Effective delivery techniques</vt:lpstr>
      <vt:lpstr>Navigating Q&amp;A  sessions</vt:lpstr>
      <vt:lpstr>Speaking impact</vt:lpstr>
      <vt:lpstr>Dynamic delivery</vt:lpstr>
      <vt:lpstr>Final tips &amp; takeaways</vt:lpstr>
      <vt:lpstr>Speaking engagement metrics</vt:lpstr>
      <vt:lpstr>Thank 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dwi wahyu</dc:creator>
  <cp:lastModifiedBy>dwi wahyu</cp:lastModifiedBy>
  <cp:revision>4</cp:revision>
  <dcterms:created xsi:type="dcterms:W3CDTF">2025-04-19T08:16:45Z</dcterms:created>
  <dcterms:modified xsi:type="dcterms:W3CDTF">2025-04-19T11:14:39Z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